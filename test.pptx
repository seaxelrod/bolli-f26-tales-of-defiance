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5" Type="http://schemas.openxmlformats.org/officeDocument/2006/relationships/viewProps" Target="viewProps.xml" /><Relationship Id="rId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7" Type="http://schemas.openxmlformats.org/officeDocument/2006/relationships/tableStyles" Target="tableStyles.xml" /><Relationship Id="rId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test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First header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is some test.</a:t>
            </a:r>
          </a:p>
          <a:p>
            <a:pPr lvl="0" indent="0" marL="0">
              <a:buNone/>
            </a:pPr>
            <a:r>
              <a:rPr/>
              <a:t>And here is a list:</a:t>
            </a:r>
          </a:p>
          <a:p>
            <a:pPr lvl="0"/>
            <a:r>
              <a:rPr/>
              <a:t>item 1</a:t>
            </a:r>
          </a:p>
          <a:p>
            <a:pPr lvl="0"/>
            <a:r>
              <a:rPr/>
              <a:t>item 2</a:t>
            </a:r>
          </a:p>
          <a:p>
            <a:pPr lvl="0"/>
            <a:r>
              <a:rPr/>
              <a:t>item 3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 subheader</a:t>
            </a:r>
          </a:p>
          <a:p>
            <a:pPr lvl="0" indent="0" marL="0">
              <a:buNone/>
            </a:pPr>
            <a:r>
              <a:rPr/>
              <a:t>A picture :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another subheaee</a:t>
            </a:r>
          </a:p>
          <a:p>
            <a:pPr lvl="0" indent="0" marL="0">
              <a:buNone/>
            </a:pPr>
            <a:r>
              <a:rPr/>
              <a:t>With a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sub-sub header</a:t>
            </a:r>
          </a:p>
          <a:p>
            <a:pPr lvl="0"/>
            <a:r>
              <a:rPr/>
              <a:t>an another lis</a:t>
            </a:r>
          </a:p>
          <a:p>
            <a:pPr lvl="1" indent="0" marL="1270000">
              <a:buNone/>
            </a:pPr>
            <a:r>
              <a:rPr sz="2000"/>
              <a:t>with a quote inside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</dc:title>
  <dc:creator/>
  <cp:keywords/>
  <dcterms:created xsi:type="dcterms:W3CDTF">2026-10-18T13:43:47Z</dcterms:created>
  <dcterms:modified xsi:type="dcterms:W3CDTF">2026-10-18T13:43:47Z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format">
    <vt:lpwstr/>
  </property>
</Properties>
</file>