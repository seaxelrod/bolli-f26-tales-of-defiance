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header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some test.</a:t>
            </a:r>
          </a:p>
          <a:p>
            <a:pPr lvl="0" indent="0" marL="0">
              <a:buNone/>
            </a:pPr>
            <a:r>
              <a:rPr/>
              <a:t>And here is a list:</a:t>
            </a:r>
          </a:p>
          <a:p>
            <a:pPr lvl="0"/>
            <a:r>
              <a:rPr/>
              <a:t>item 1</a:t>
            </a:r>
          </a:p>
          <a:p>
            <a:pPr lvl="0"/>
            <a:r>
              <a:rPr/>
              <a:t>item 2</a:t>
            </a:r>
          </a:p>
          <a:p>
            <a:pPr lvl="0"/>
            <a:r>
              <a:rPr/>
              <a:t>item 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subheader</a:t>
            </a:r>
          </a:p>
          <a:p>
            <a:pPr lvl="0" indent="0" marL="0">
              <a:buNone/>
            </a:pPr>
            <a:r>
              <a:rPr/>
              <a:t>A picture :</a:t>
            </a:r>
          </a:p>
        </p:txBody>
      </p:sp>
      <p:pic>
        <p:nvPicPr>
          <p:cNvPr descr="images/stories_in_a_dystopian_arc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711200"/>
            <a:ext cx="51054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Stories in the Dystopian Architecture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another subheader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sub-sub header</a:t>
            </a:r>
          </a:p>
          <a:p>
            <a:pPr lvl="0"/>
            <a:r>
              <a:rPr/>
              <a:t>an another lis</a:t>
            </a:r>
          </a:p>
          <a:p>
            <a:pPr lvl="1" indent="0" marL="1270000">
              <a:buNone/>
            </a:pPr>
            <a:r>
              <a:rPr sz="2000"/>
              <a:t>with a quote inside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</dc:title>
  <dc:creator/>
  <cp:keywords/>
  <dcterms:created xsi:type="dcterms:W3CDTF">2026-10-28T01:10:50Z</dcterms:created>
  <dcterms:modified xsi:type="dcterms:W3CDTF">2026-10-28T01:10:50Z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ormat">
    <vt:lpwstr/>
  </property>
</Properties>
</file>